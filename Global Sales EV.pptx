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2" r:id="rId3"/>
    <p:sldId id="258" r:id="rId4"/>
    <p:sldId id="260" r:id="rId5"/>
    <p:sldId id="261" r:id="rId6"/>
    <p:sldId id="262" r:id="rId7"/>
    <p:sldId id="284" r:id="rId8"/>
    <p:sldId id="285" r:id="rId9"/>
    <p:sldId id="286" r:id="rId10"/>
    <p:sldId id="287" r:id="rId11"/>
    <p:sldId id="280" r:id="rId12"/>
    <p:sldId id="281" r:id="rId13"/>
    <p:sldId id="283" r:id="rId14"/>
    <p:sldId id="259" r:id="rId15"/>
  </p:sldIdLst>
  <p:sldSz cx="12192000" cy="6858000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eerabhadra212" TargetMode="External"/><Relationship Id="rId2" Type="http://schemas.openxmlformats.org/officeDocument/2006/relationships/hyperlink" Target="https://www.linkedin.com/in/veerabhadrareddy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625305" y="3678305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EV Sales - Dashboard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2DC60-393F-9FE0-5E6E-DB16D1A5B10D}"/>
              </a:ext>
            </a:extLst>
          </p:cNvPr>
          <p:cNvSpPr txBox="1"/>
          <p:nvPr/>
        </p:nvSpPr>
        <p:spPr>
          <a:xfrm>
            <a:off x="7600390" y="5935220"/>
            <a:ext cx="3274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no. 484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Veerabhadra Reddy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D1D1-3FB9-9E18-18A5-9E4C8FBD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B-Tech, Computer Science Engineering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world, data is everywhere, and organizations rely on it to make smart decisions. Learning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us turn raw data into meaningful insights.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hlinkClick r:id="rId2"/>
              </a:rPr>
              <a:t>D Veerabhadra Reddy | LinkedIn</a:t>
            </a:r>
            <a:endParaRPr lang="en-IN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hlinkClick r:id="rId3"/>
              </a:rPr>
              <a:t>veerabhadra212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2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826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marL="482600" lvl="0" indent="-457200">
              <a:buSzPts val="2400"/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A20A-2D20-34B7-FEB0-BBBC6493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CED01-C445-C7BF-5815-F510DB899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global transition to sustainable energy has generated a massive influx of fragmented data, making it difficult to accurately track EV market penetration across different regions.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stakeholders struggle to align manufacturing pipelines and supply chains because they lack clear visibility into shifting consumer preferences across different vehicle categories and transport modes.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unified analytical insights, planning for critical infrastructure—such as power grid capacity and charging station networks—remains inefficient and reactive, potentially causing bottlenecks in adoption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0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3472-DA23-9029-F380-4956E95E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678BE-A89C-2138-1113-E4165CA82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824411" cy="432480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EV data is scattered across multiple dimensions (powertrains, regions, years) and mixed units (GWh, vehicle counts, percentages), making standard reporting highly prone to aggregation errors.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centralized, interactive tool that allows decision-makers to seamlessly filter and compare historical performance against future market projections.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currently spend too much time on manual data wrangling rather than analyzing the key drivers of adoption, such as the impact on electricity demand and oil displacement.</a:t>
            </a:r>
          </a:p>
        </p:txBody>
      </p:sp>
    </p:spTree>
    <p:extLst>
      <p:ext uri="{BB962C8B-B14F-4D97-AF65-F5344CB8AC3E}">
        <p14:creationId xmlns:p14="http://schemas.microsoft.com/office/powerpoint/2010/main" val="267494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2491-2261-CB27-3903-71E8EECD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725A3-1B70-8868-7560-24FD4EA74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54366"/>
            <a:ext cx="11353800" cy="482942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 a dynamic Power BI dashboard utilizing robust data modeling and explicit DAX measures to accurately process, separate, and visualize mixed-unit parameters.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an interactive visual narrative that empowers users to drill down into year-over-year growth rates, regional dominance, and the shift between specific powertrains (e.g., BEV vs. PHEV).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categorical data into actionable insights, enabling stakeholders to optimize their strategic planning and infrastructure investments for both passenger and commercial EV markets.</a:t>
            </a:r>
          </a:p>
          <a:p>
            <a:pPr marL="11430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6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111A-696B-EBB1-3F94-829F3BCB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538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EV Sales - 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&amp; Category Trends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0334C-8216-0672-9FBA-9409F8BE3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64859"/>
            <a:ext cx="10232571" cy="445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E252-9A9E-0FB1-0E74-20C0619A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Powertrain &amp; Mode Insights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0C691-B12E-DDB2-4D5E-8C2263FC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5507"/>
            <a:ext cx="10308771" cy="448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83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B92B-8245-D690-A6A7-7440D28F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&amp; Unit Analysis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B1995-39B5-5B30-FE50-6474280C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" y="1690688"/>
            <a:ext cx="10755086" cy="430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2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60C5-2FD8-7484-E120-DC8D84FB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Series &amp; Comparative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DF6E1-5BAF-E6CC-9CD1-74ACD2F99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1469571"/>
            <a:ext cx="10961915" cy="473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74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3856-6B7E-3D6B-B4A2-960273A8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92C9-2DE7-B8A2-3572-5F919EE5D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Data Synthesis: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successfully transformed a highly fragmented and complex global dataset into a unified, interactive analytical model, clearly visualizing the exponential growth and trajectory of the EV market from 2010 to 2025.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Market Indicators: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effectively isolated key market drivers, demonstrating the overwhelming consumer preference for Battery Electric Vehicles (BEVs) in the passenger sector and highlighting the specific regions leading the global transition.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Infrastructure Insights: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correlating vehicle stock with electricity demand and charging point rollouts, the analysis proved that data-driven visualization is a critical tool for stakeholders needing to align manufacturing output with real-world grid capacity.</a:t>
            </a:r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99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CC90-F1DA-4905-C4EA-8D7CD5E1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5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EEE99-8945-F34A-1458-F6818236B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Pipelines: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 the dashboard from a static CSV source to an automated ETL pipeline that connects directly to global energy APIs, ensuring the report acts as a live, real-time monitoring tool for decision-makers.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Forecasting: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the dataset's future projection scenarios (STEPS and APS) alongside advanced forecasting models to predict precise infrastructure bottlenecks and sales saturation points leading up to 2030 and 2025.</a:t>
            </a:r>
          </a:p>
        </p:txBody>
      </p:sp>
    </p:spTree>
    <p:extLst>
      <p:ext uri="{BB962C8B-B14F-4D97-AF65-F5344CB8AC3E}">
        <p14:creationId xmlns:p14="http://schemas.microsoft.com/office/powerpoint/2010/main" val="33284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C01899-3C8B-F370-E411-00A2C8D8D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3" y="1269505"/>
            <a:ext cx="6769093" cy="381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553</Words>
  <Application>Microsoft Office PowerPoint</Application>
  <PresentationFormat>Widescreen</PresentationFormat>
  <Paragraphs>40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Wingdings</vt:lpstr>
      <vt:lpstr>Calibri</vt:lpstr>
      <vt:lpstr>Arial</vt:lpstr>
      <vt:lpstr>Libre Baskerville</vt:lpstr>
      <vt:lpstr>Office Theme</vt:lpstr>
      <vt:lpstr>PowerPoint Presentation</vt:lpstr>
      <vt:lpstr>About Me</vt:lpstr>
      <vt:lpstr>Agenda</vt:lpstr>
      <vt:lpstr>Business Problem</vt:lpstr>
      <vt:lpstr>Problem Statement</vt:lpstr>
      <vt:lpstr>Objective</vt:lpstr>
      <vt:lpstr>Global EV Sales -  Regional &amp; Category Trends </vt:lpstr>
      <vt:lpstr>Powertrain &amp; Mode Insights </vt:lpstr>
      <vt:lpstr>Parameter &amp; Unit Analysis</vt:lpstr>
      <vt:lpstr>Time Series &amp; Comparative Analysis </vt:lpstr>
      <vt:lpstr>Conclusion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veerabhadra</cp:lastModifiedBy>
  <cp:revision>12</cp:revision>
  <dcterms:created xsi:type="dcterms:W3CDTF">2021-02-16T05:19:01Z</dcterms:created>
  <dcterms:modified xsi:type="dcterms:W3CDTF">2026-05-14T05:52:33Z</dcterms:modified>
</cp:coreProperties>
</file>